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3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956D3E-F5AF-400D-25A1-D6990785A7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48E8AE4-BA26-4F91-F1E5-C6D2E4610D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B9EB06-CB0E-FC7B-0CFC-19C384068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0CAB0-3FA3-4469-8F0D-C943B96A8772}" type="datetimeFigureOut">
              <a:rPr lang="es-ES" smtClean="0"/>
              <a:t>19/10/2024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2545D37-7324-ED20-6E49-1BC869570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8FF732-50AC-BBBE-4BEC-FB96461CE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52064-CEFD-4670-AA03-5F6B349364C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75616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289869-54E2-DD0A-413D-700DB162F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266D12-1519-7DBA-4C6E-CA78A6F0F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C655CFF-471D-8740-632C-918BC42D8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0CAB0-3FA3-4469-8F0D-C943B96A8772}" type="datetimeFigureOut">
              <a:rPr lang="es-ES" smtClean="0"/>
              <a:t>19/10/2024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726BED2-222F-E3BB-93AC-13FCC54C8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D3C811-8FE8-9D37-3E65-FE0389CA2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52064-CEFD-4670-AA03-5F6B349364C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37045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C9F46A-DDE2-AF9F-35C6-02530A09B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35780C8-C91B-3222-668B-D034D8069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ABC1FB5-9219-9807-9176-3A61D7742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0CAB0-3FA3-4469-8F0D-C943B96A8772}" type="datetimeFigureOut">
              <a:rPr lang="es-ES" smtClean="0"/>
              <a:t>19/10/2024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D80E6D2-F550-7184-AD28-ACD7B2C1E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CA4EE6-0EBF-A1C2-C595-C3A1DE179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52064-CEFD-4670-AA03-5F6B349364C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4921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E24621-7297-9CD3-75D5-18B528849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57EA895-1772-C7BB-D0AC-32A29BE5C0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F0307EA-8B88-F55A-A4C9-B0B6AB243B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E075D6A-7CC0-59E6-4EE7-BC5ED1BCE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0CAB0-3FA3-4469-8F0D-C943B96A8772}" type="datetimeFigureOut">
              <a:rPr lang="es-ES" smtClean="0"/>
              <a:t>19/10/2024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233BECB-C9E6-338A-3DAB-E7387D5E5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4EE6FE4-CD8E-8B69-218F-EA4A84F9D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52064-CEFD-4670-AA03-5F6B349364C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49174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3563ED-977E-E8A8-4041-3D1FD29A4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3C84E4C-E185-F999-2F54-6287C13C90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93AC9D5-3A5D-D067-9212-84D5A3FF74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D2135E8-511D-6EBB-4B05-B2094E3941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09CD78E-3360-555D-00B0-012E56CE19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458EB28-9E67-4840-22A5-41E88D10B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0CAB0-3FA3-4469-8F0D-C943B96A8772}" type="datetimeFigureOut">
              <a:rPr lang="es-ES" smtClean="0"/>
              <a:t>19/10/2024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49B633B-4337-06E6-4952-D1AC9BFBC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0C5FE90-D8ED-66B7-F48B-0D7F09450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52064-CEFD-4670-AA03-5F6B349364C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99291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699E07-5EFC-622F-F31E-719F7A893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5BE06D4-2E18-0C24-2CB1-F9C0ED726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0CAB0-3FA3-4469-8F0D-C943B96A8772}" type="datetimeFigureOut">
              <a:rPr lang="es-ES" smtClean="0"/>
              <a:t>19/10/2024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A210FC8-13F1-E8F6-4280-089BBFCD5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A909B5F-B901-9A65-E43E-ED208AFC5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52064-CEFD-4670-AA03-5F6B349364C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58669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08AE063-DD16-EED1-E702-351538D0B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0CAB0-3FA3-4469-8F0D-C943B96A8772}" type="datetimeFigureOut">
              <a:rPr lang="es-ES" smtClean="0"/>
              <a:t>19/10/2024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98E8DFD-C6DE-5B4D-2A35-4FF8CE28D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C658512-B455-122F-F99A-9D8555591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52064-CEFD-4670-AA03-5F6B349364C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441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FAAAF7-5009-7D5A-1D84-5179CE9BF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3377B3-64D9-0CB8-A1E8-3AFF4D9F8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ABACB38-36B2-59EC-8E10-4ACA9752F6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B37B17E-6867-EA20-1FAD-DD5748CB0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0CAB0-3FA3-4469-8F0D-C943B96A8772}" type="datetimeFigureOut">
              <a:rPr lang="es-ES" smtClean="0"/>
              <a:t>19/10/2024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4204F16-9550-CC90-9A5F-F714545F6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B07CB9D-35A5-07E8-6099-9B50571B0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52064-CEFD-4670-AA03-5F6B349364C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50371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CAEEBC-5EA1-8A4C-C420-CD910717C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853FBBE-DB2F-6DBD-077B-D1A0948D60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AA6739F-AD8D-404C-2852-3ED2D7B50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9E50937-CDBA-D79C-52F1-DD68CCE4F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0CAB0-3FA3-4469-8F0D-C943B96A8772}" type="datetimeFigureOut">
              <a:rPr lang="es-ES" smtClean="0"/>
              <a:t>19/10/2024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D62AD07-D1D8-F62E-44CD-0D8FF2750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27206F4-7A15-5F59-CB89-BAE833DCA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52064-CEFD-4670-AA03-5F6B349364C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69699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B34C54-019C-7975-C454-E014593DA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0E74CA0-1D66-798D-5FBA-95D128C21E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17CCA3E-5BE3-EA16-5CF6-EEC74F0A0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0CAB0-3FA3-4469-8F0D-C943B96A8772}" type="datetimeFigureOut">
              <a:rPr lang="es-ES" smtClean="0"/>
              <a:t>19/10/2024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791E269-DCD5-7209-EF25-ED8AB0456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A29939A-AF19-38EE-F3EF-CC27231FD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52064-CEFD-4670-AA03-5F6B349364C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2536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E1E891F-2DC0-FD71-0160-2FEE018000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02A0F19-1D6F-4B9E-21DC-9F5104D356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65C5A0E-C69B-941D-CA96-498A7DD6F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0CAB0-3FA3-4469-8F0D-C943B96A8772}" type="datetimeFigureOut">
              <a:rPr lang="es-ES" smtClean="0"/>
              <a:t>19/10/2024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FDC33B-F2B6-A373-C1B9-9EF645F53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6293D2-A09C-2FD3-CBE7-85E658F06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52064-CEFD-4670-AA03-5F6B349364C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8571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8ADE6F8-316D-8807-6275-3036958EE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0069680-3D60-A5DE-CE3D-0268F62141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2AB8AEA-497C-97C7-6F92-671E9E140D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10CAB0-3FA3-4469-8F0D-C943B96A8772}" type="datetimeFigureOut">
              <a:rPr lang="es-ES" smtClean="0"/>
              <a:t>19/10/2024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77248C5-47CE-0A55-9E7D-1AC69B1916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625F942-4E8C-96C6-BA73-C43415D293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652064-CEFD-4670-AA03-5F6B349364C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0683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760D0D-F6E4-1D9C-F131-8DD0519ECF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BBDB191-06B3-6B73-E585-737F43EF89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566028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a478</dc:creator>
  <cp:lastModifiedBy>a478</cp:lastModifiedBy>
  <cp:revision>1</cp:revision>
  <dcterms:created xsi:type="dcterms:W3CDTF">2024-10-19T16:00:48Z</dcterms:created>
  <dcterms:modified xsi:type="dcterms:W3CDTF">2024-10-19T16:01:59Z</dcterms:modified>
</cp:coreProperties>
</file>